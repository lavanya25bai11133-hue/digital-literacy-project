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media1.svg"/><Relationship Id="rId4" Type="http://schemas.openxmlformats.org/officeDocument/2006/relationships/image" Target="../media/image2.png"/><Relationship Id="rId5" Type="http://schemas.openxmlformats.org/officeDocument/2006/relationships/image" Target="../media/media2.svg"/><Relationship Id="rId6" Type="http://schemas.openxmlformats.org/officeDocument/2006/relationships/image" Target="../media/image3.png"/><Relationship Id="rId7" Type="http://schemas.openxmlformats.org/officeDocument/2006/relationships/image" Target="../media/media3.svg"/><Relationship Id="rId8" Type="http://schemas.openxmlformats.org/officeDocument/2006/relationships/image" Target="../media/image4.png"/><Relationship Id="rId9" Type="http://schemas.openxmlformats.org/officeDocument/2006/relationships/image" Target="../media/media4.svg"/><Relationship Id="rId10" Type="http://schemas.openxmlformats.org/officeDocument/2006/relationships/image" Target="../media/image5.png"/><Relationship Id="rId11" Type="http://schemas.openxmlformats.org/officeDocument/2006/relationships/image" Target="../media/media5.svg"/><Relationship Id="rId12" Type="http://schemas.openxmlformats.org/officeDocument/2006/relationships/image" Target="../media/image6.png"/><Relationship Id="rId13" Type="http://schemas.openxmlformats.org/officeDocument/2006/relationships/image" Target="../media/media6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media7.svg"/><Relationship Id="rId6" Type="http://schemas.openxmlformats.org/officeDocument/2006/relationships/image" Target="../media/image8.png"/><Relationship Id="rId7" Type="http://schemas.openxmlformats.org/officeDocument/2006/relationships/image" Target="../media/media8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media9.svg"/><Relationship Id="rId5" Type="http://schemas.openxmlformats.org/officeDocument/2006/relationships/image" Target="../media/image10.png"/><Relationship Id="rId6" Type="http://schemas.openxmlformats.org/officeDocument/2006/relationships/image" Target="../media/media10.svg"/><Relationship Id="rId7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media11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media12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media13.svg"/><Relationship Id="rId6" Type="http://schemas.openxmlformats.org/officeDocument/2006/relationships/image" Target="../media/image14.png"/><Relationship Id="rId7" Type="http://schemas.openxmlformats.org/officeDocument/2006/relationships/image" Target="../media/media14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media15.svg"/><Relationship Id="rId6" Type="http://schemas.openxmlformats.org/officeDocument/2006/relationships/image" Target="../media/image16.png"/><Relationship Id="rId7" Type="http://schemas.openxmlformats.org/officeDocument/2006/relationships/image" Target="../media/media16.svg"/><Relationship Id="rId8" Type="http://schemas.openxmlformats.org/officeDocument/2006/relationships/image" Target="../media/image17.png"/><Relationship Id="rId9" Type="http://schemas.openxmlformats.org/officeDocument/2006/relationships/image" Target="../media/media17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media18.sv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media19.svg"/><Relationship Id="rId6" Type="http://schemas.openxmlformats.org/officeDocument/2006/relationships/image" Target="../media/image20.png"/><Relationship Id="rId7" Type="http://schemas.openxmlformats.org/officeDocument/2006/relationships/image" Target="../media/media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0" flipV="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 rot="0" flipH="0" flipV="0"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 rot="0" flipH="0" flipV="0"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-1701881" flipH="0" flipV="0">
            <a:off x="15325635" y="6007065"/>
            <a:ext cx="1752722" cy="2984512"/>
          </a:xfrm>
          <a:custGeom>
            <a:avLst/>
            <a:gdLst/>
            <a:ahLst/>
            <a:cxnLst/>
            <a:rect l="l" t="t" r="r" b="b"/>
            <a:pathLst>
              <a:path w="1752722" h="2984512">
                <a:moveTo>
                  <a:pt x="0" y="0"/>
                </a:moveTo>
                <a:lnTo>
                  <a:pt x="1752722" y="0"/>
                </a:lnTo>
                <a:lnTo>
                  <a:pt x="1752722" y="2984511"/>
                </a:lnTo>
                <a:lnTo>
                  <a:pt x="0" y="2984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extBox 10"/>
          <p:cNvSpPr txBox="1"/>
          <p:nvPr/>
        </p:nvSpPr>
        <p:spPr>
          <a:xfrm rot="0">
            <a:off x="3152279" y="3698050"/>
            <a:ext cx="11983442" cy="285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2"/>
              </a:lnSpc>
            </a:pPr>
            <a:r>
              <a:rPr lang="en-US" sz="6691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DIGITAL LITERACY BASICS FOR FIRST-TIME INTERNET USERS FROM SMALL TOWNS</a:t>
            </a:r>
          </a:p>
        </p:txBody>
      </p:sp>
      <p:sp>
        <p:nvSpPr>
          <p:cNvPr id="11" name="Freeform 11"/>
          <p:cNvSpPr/>
          <p:nvPr/>
        </p:nvSpPr>
        <p:spPr>
          <a:xfrm rot="-900275" flipH="0" flipV="0">
            <a:off x="419733" y="1415097"/>
            <a:ext cx="3319587" cy="2540993"/>
          </a:xfrm>
          <a:custGeom>
            <a:avLst/>
            <a:gdLst/>
            <a:ahLst/>
            <a:cxnLst/>
            <a:rect l="l" t="t" r="r" b="b"/>
            <a:pathLst>
              <a:path w="3319587" h="2540993">
                <a:moveTo>
                  <a:pt x="0" y="0"/>
                </a:moveTo>
                <a:lnTo>
                  <a:pt x="3319587" y="0"/>
                </a:lnTo>
                <a:lnTo>
                  <a:pt x="3319587" y="2540993"/>
                </a:lnTo>
                <a:lnTo>
                  <a:pt x="0" y="25409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12" name="Freeform 12"/>
          <p:cNvSpPr/>
          <p:nvPr/>
        </p:nvSpPr>
        <p:spPr>
          <a:xfrm rot="-842015" flipH="0" flipV="0">
            <a:off x="13039485" y="613000"/>
            <a:ext cx="2489634" cy="2408155"/>
          </a:xfrm>
          <a:custGeom>
            <a:avLst/>
            <a:gdLst/>
            <a:ahLst/>
            <a:cxnLst/>
            <a:rect l="l" t="t" r="r" b="b"/>
            <a:pathLst>
              <a:path w="2489634" h="2408155">
                <a:moveTo>
                  <a:pt x="0" y="0"/>
                </a:moveTo>
                <a:lnTo>
                  <a:pt x="2489634" y="0"/>
                </a:lnTo>
                <a:lnTo>
                  <a:pt x="2489634" y="2408155"/>
                </a:lnTo>
                <a:lnTo>
                  <a:pt x="0" y="24081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id="13" name="Freeform 13"/>
          <p:cNvSpPr/>
          <p:nvPr/>
        </p:nvSpPr>
        <p:spPr>
          <a:xfrm rot="-1237661" flipH="0" flipV="0">
            <a:off x="4370907" y="7434535"/>
            <a:ext cx="2493214" cy="2493214"/>
          </a:xfrm>
          <a:custGeom>
            <a:avLst/>
            <a:gdLst/>
            <a:ahLst/>
            <a:cxnLst/>
            <a:rect l="l" t="t" r="r" b="b"/>
            <a:pathLst>
              <a:path w="2493214" h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H="0" flipV="0">
            <a:off x="-1697238" y="7144587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id="15" name="Freeform 15"/>
          <p:cNvSpPr/>
          <p:nvPr/>
        </p:nvSpPr>
        <p:spPr>
          <a:xfrm rot="-10800000" flipH="0" flipV="0">
            <a:off x="16590762" y="1429370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0" flipV="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 rot="0" flipH="0" flipV="0"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 rot="0" flipH="0" flipV="0"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-10800000" flipH="0" flipV="0">
            <a:off x="-1697238" y="7144587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H="0" flipV="0">
            <a:off x="16590762" y="1429370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-803892" flipH="0" flipV="0">
            <a:off x="931599" y="1765939"/>
            <a:ext cx="3278922" cy="3183535"/>
          </a:xfrm>
          <a:custGeom>
            <a:avLst/>
            <a:gdLst/>
            <a:ahLst/>
            <a:cxnLst/>
            <a:rect l="l" t="t" r="r" b="b"/>
            <a:pathLst>
              <a:path w="3278922" h="3183535">
                <a:moveTo>
                  <a:pt x="0" y="0"/>
                </a:moveTo>
                <a:lnTo>
                  <a:pt x="3278922" y="0"/>
                </a:lnTo>
                <a:lnTo>
                  <a:pt x="3278922" y="3183535"/>
                </a:lnTo>
                <a:lnTo>
                  <a:pt x="0" y="3183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2" name="Freeform 12"/>
          <p:cNvSpPr/>
          <p:nvPr/>
        </p:nvSpPr>
        <p:spPr>
          <a:xfrm rot="0" flipH="0" flipV="0">
            <a:off x="14553069" y="5143500"/>
            <a:ext cx="2935223" cy="2935223"/>
          </a:xfrm>
          <a:custGeom>
            <a:avLst/>
            <a:gdLst/>
            <a:ahLst/>
            <a:cxnLst/>
            <a:rect l="l" t="t" r="r" b="b"/>
            <a:pathLst>
              <a:path w="2935223" h="2935223">
                <a:moveTo>
                  <a:pt x="0" y="0"/>
                </a:moveTo>
                <a:lnTo>
                  <a:pt x="2935223" y="0"/>
                </a:lnTo>
                <a:lnTo>
                  <a:pt x="2935223" y="2935223"/>
                </a:lnTo>
                <a:lnTo>
                  <a:pt x="0" y="2935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13" name="TextBox 13"/>
          <p:cNvSpPr txBox="1"/>
          <p:nvPr/>
        </p:nvSpPr>
        <p:spPr>
          <a:xfrm rot="0">
            <a:off x="4383245" y="1668584"/>
            <a:ext cx="9521511" cy="225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WHAT DIGITAL LITERACY IS</a:t>
            </a:r>
          </a:p>
        </p:txBody>
      </p:sp>
      <p:sp>
        <p:nvSpPr>
          <p:cNvPr id="14" name="TextBox 14"/>
          <p:cNvSpPr txBox="1"/>
          <p:nvPr/>
        </p:nvSpPr>
        <p:spPr>
          <a:xfrm rot="0">
            <a:off x="3096401" y="4139090"/>
            <a:ext cx="12095198" cy="489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2"/>
              </a:lnSpc>
            </a:pPr>
            <a:r>
              <a:rPr lang="en-US" sz="37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Digital literacy is the ability to use digital devices, the internet, and online tools safely, effectively, and responsibly. It is not just about knowing how to use a mobile phone or computer, but also about understanding how to find information, communicate properly, protect personal data, and behave responsibly online.</a:t>
            </a:r>
          </a:p>
          <a:p>
            <a:pPr algn="ctr">
              <a:lnSpc>
                <a:spcPts val="489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0" flipV="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 rot="0" flipH="0" flipV="0"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 rot="0" flipH="0" flipV="0"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0" flipH="0" flipV="0">
            <a:off x="6715702" y="481788"/>
            <a:ext cx="2783403" cy="2783403"/>
          </a:xfrm>
          <a:custGeom>
            <a:avLst/>
            <a:gdLst/>
            <a:ahLst/>
            <a:cxnLst/>
            <a:rect l="l" t="t" r="r" b="b"/>
            <a:pathLst>
              <a:path w="2783403" h="2783403">
                <a:moveTo>
                  <a:pt x="0" y="0"/>
                </a:moveTo>
                <a:lnTo>
                  <a:pt x="2783403" y="0"/>
                </a:lnTo>
                <a:lnTo>
                  <a:pt x="2783403" y="2783403"/>
                </a:lnTo>
                <a:lnTo>
                  <a:pt x="0" y="2783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0" flipH="0" flipV="0">
            <a:off x="872728" y="7865064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extBox 11"/>
          <p:cNvSpPr txBox="1"/>
          <p:nvPr/>
        </p:nvSpPr>
        <p:spPr>
          <a:xfrm rot="0">
            <a:off x="8324110" y="3050017"/>
            <a:ext cx="7527067" cy="450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digital tools like smartphones, computers, email, and online platforms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Search, evaluate, and use information from the internet correctly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Communicate professionally through emails and online platforms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Protect themselves from online threats such as scams, frauds, and cybercrime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Maintain a positive and professional online presence</a:t>
            </a:r>
          </a:p>
        </p:txBody>
      </p:sp>
      <p:sp>
        <p:nvSpPr>
          <p:cNvPr id="12" name="TextBox 12"/>
          <p:cNvSpPr txBox="1"/>
          <p:nvPr/>
        </p:nvSpPr>
        <p:spPr>
          <a:xfrm rot="0">
            <a:off x="2159340" y="3391510"/>
            <a:ext cx="4748412" cy="442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4"/>
              </a:lnSpc>
            </a:pPr>
            <a:r>
              <a:rPr lang="en-US" sz="637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 DIGITALLY LITERATE PERSON KNOWS HOW TO:</a:t>
            </a:r>
          </a:p>
        </p:txBody>
      </p:sp>
      <p:sp>
        <p:nvSpPr>
          <p:cNvPr id="13" name="Freeform 13"/>
          <p:cNvSpPr/>
          <p:nvPr/>
        </p:nvSpPr>
        <p:spPr>
          <a:xfrm rot="-10800000" flipH="0" flipV="0">
            <a:off x="-1235136" y="1312149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H="0" flipV="0">
            <a:off x="16590762" y="7631269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0" flipV="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5580201" y="475392"/>
            <a:ext cx="7284552" cy="2013468"/>
            <a:chOff x="0" y="0"/>
            <a:chExt cx="2443846" cy="675485"/>
          </a:xfrm>
        </p:grpSpPr>
        <p:sp>
          <p:nvSpPr>
            <p:cNvPr id="4" name="Freeform 4"/>
            <p:cNvSpPr/>
            <p:nvPr/>
          </p:nvSpPr>
          <p:spPr>
            <a:xfrm rot="0" flipH="0" flipV="0"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5366800" y="272564"/>
            <a:ext cx="7342442" cy="2016940"/>
            <a:chOff x="0" y="0"/>
            <a:chExt cx="2463267" cy="676650"/>
          </a:xfrm>
        </p:grpSpPr>
        <p:sp>
          <p:nvSpPr>
            <p:cNvPr id="7" name="Freeform 7"/>
            <p:cNvSpPr/>
            <p:nvPr/>
          </p:nvSpPr>
          <p:spPr>
            <a:xfrm rot="0" flipH="0" flipV="0"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-10800000" flipH="0" flipV="0">
            <a:off x="-1921258" y="631156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-5400000" flipH="0" flipV="0">
            <a:off x="7174582" y="10026686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0" flipV="0">
            <a:off x="733422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1261" r="-4203" b="-97441"/>
            </a:stretch>
          </a:blipFill>
          <a:ln w="123825" cap="sq">
            <a:solidFill>
              <a:srgbClr val="000000"/>
            </a:solidFill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 rot="0">
            <a:off x="5637193" y="501814"/>
            <a:ext cx="6858644" cy="178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61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useful digital tools for students:</a:t>
            </a:r>
          </a:p>
          <a:p>
            <a:pPr algn="l">
              <a:lnSpc>
                <a:spcPts val="3454"/>
              </a:lnSpc>
            </a:pPr>
            <a:r>
              <a:rPr lang="en-US" sz="261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helpful for first-time internet users from small towns </a:t>
            </a:r>
          </a:p>
          <a:p>
            <a:pPr algn="l">
              <a:lnSpc>
                <a:spcPts val="3454"/>
              </a:lnSpc>
            </a:pPr>
          </a:p>
        </p:txBody>
      </p:sp>
      <p:sp>
        <p:nvSpPr>
          <p:cNvPr id="13" name="TextBox 13"/>
          <p:cNvSpPr txBox="1"/>
          <p:nvPr/>
        </p:nvSpPr>
        <p:spPr>
          <a:xfrm rot="0">
            <a:off x="1908141" y="5224490"/>
            <a:ext cx="198412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GOOGLE</a:t>
            </a:r>
          </a:p>
        </p:txBody>
      </p:sp>
      <p:sp>
        <p:nvSpPr>
          <p:cNvPr id="14" name="Freeform 14"/>
          <p:cNvSpPr/>
          <p:nvPr/>
        </p:nvSpPr>
        <p:spPr>
          <a:xfrm rot="0" flipH="0" flipV="0">
            <a:off x="733422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1261" r="-4203" b="-97441"/>
            </a:stretch>
          </a:blipFill>
          <a:ln w="123825" cap="sq">
            <a:solidFill>
              <a:srgbClr val="000000"/>
            </a:solidFill>
            <a:prstDash val="solid"/>
            <a:miter/>
          </a:ln>
        </p:spPr>
      </p:sp>
      <p:grpSp>
        <p:nvGrpSpPr>
          <p:cNvPr id="15" name="Group 15"/>
          <p:cNvGrpSpPr/>
          <p:nvPr/>
        </p:nvGrpSpPr>
        <p:grpSpPr>
          <a:xfrm rot="0">
            <a:off x="733422" y="3173471"/>
            <a:ext cx="5373101" cy="1485139"/>
            <a:chOff x="0" y="0"/>
            <a:chExt cx="2443846" cy="675485"/>
          </a:xfrm>
        </p:grpSpPr>
        <p:sp>
          <p:nvSpPr>
            <p:cNvPr id="16" name="Freeform 16"/>
            <p:cNvSpPr/>
            <p:nvPr/>
          </p:nvSpPr>
          <p:spPr>
            <a:xfrm rot="0" flipH="0" flipV="0"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576017" y="3023864"/>
            <a:ext cx="5415801" cy="1487699"/>
            <a:chOff x="0" y="0"/>
            <a:chExt cx="2463267" cy="676650"/>
          </a:xfrm>
        </p:grpSpPr>
        <p:sp>
          <p:nvSpPr>
            <p:cNvPr id="19" name="Freeform 19"/>
            <p:cNvSpPr/>
            <p:nvPr/>
          </p:nvSpPr>
          <p:spPr>
            <a:xfrm rot="0" flipH="0" flipV="0"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6614630" y="3173471"/>
            <a:ext cx="5373101" cy="1485139"/>
            <a:chOff x="0" y="0"/>
            <a:chExt cx="2443846" cy="675485"/>
          </a:xfrm>
        </p:grpSpPr>
        <p:sp>
          <p:nvSpPr>
            <p:cNvPr id="22" name="Freeform 22"/>
            <p:cNvSpPr/>
            <p:nvPr/>
          </p:nvSpPr>
          <p:spPr>
            <a:xfrm rot="0" flipH="0" flipV="0"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6457224" y="3023864"/>
            <a:ext cx="5415801" cy="1487699"/>
            <a:chOff x="0" y="0"/>
            <a:chExt cx="2463267" cy="676650"/>
          </a:xfrm>
        </p:grpSpPr>
        <p:sp>
          <p:nvSpPr>
            <p:cNvPr id="25" name="Freeform 25"/>
            <p:cNvSpPr/>
            <p:nvPr/>
          </p:nvSpPr>
          <p:spPr>
            <a:xfrm rot="0" flipH="0" flipV="0"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12497561" y="3173471"/>
            <a:ext cx="5373101" cy="1485139"/>
            <a:chOff x="0" y="0"/>
            <a:chExt cx="2443846" cy="675485"/>
          </a:xfrm>
        </p:grpSpPr>
        <p:sp>
          <p:nvSpPr>
            <p:cNvPr id="28" name="Freeform 28"/>
            <p:cNvSpPr/>
            <p:nvPr/>
          </p:nvSpPr>
          <p:spPr>
            <a:xfrm rot="0" flipH="0" flipV="0"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0" name="Group 30"/>
          <p:cNvGrpSpPr/>
          <p:nvPr/>
        </p:nvGrpSpPr>
        <p:grpSpPr>
          <a:xfrm rot="0">
            <a:off x="12340155" y="3023864"/>
            <a:ext cx="5415801" cy="1487699"/>
            <a:chOff x="0" y="0"/>
            <a:chExt cx="2463267" cy="676650"/>
          </a:xfrm>
        </p:grpSpPr>
        <p:sp>
          <p:nvSpPr>
            <p:cNvPr id="31" name="Freeform 31"/>
            <p:cNvSpPr/>
            <p:nvPr/>
          </p:nvSpPr>
          <p:spPr>
            <a:xfrm rot="0" flipH="0" flipV="0"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33" name="Freeform 33"/>
          <p:cNvSpPr/>
          <p:nvPr/>
        </p:nvSpPr>
        <p:spPr>
          <a:xfrm rot="0" flipH="0" flipV="0">
            <a:off x="6614630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099" y="0"/>
                </a:lnTo>
                <a:lnTo>
                  <a:pt x="4338099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1261" r="-4203" b="-97441"/>
            </a:stretch>
          </a:blipFill>
          <a:ln w="123825" cap="sq">
            <a:solidFill>
              <a:srgbClr val="000000"/>
            </a:solidFill>
            <a:prstDash val="solid"/>
            <a:miter/>
          </a:ln>
        </p:spPr>
      </p:sp>
      <p:sp>
        <p:nvSpPr>
          <p:cNvPr id="34" name="Freeform 34"/>
          <p:cNvSpPr/>
          <p:nvPr/>
        </p:nvSpPr>
        <p:spPr>
          <a:xfrm rot="0" flipH="0" flipV="0">
            <a:off x="6614630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099" y="0"/>
                </a:lnTo>
                <a:lnTo>
                  <a:pt x="4338099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1261" r="-4203" b="-97441"/>
            </a:stretch>
          </a:blipFill>
          <a:ln w="123825" cap="sq">
            <a:solidFill>
              <a:srgbClr val="000000"/>
            </a:solidFill>
            <a:prstDash val="solid"/>
            <a:miter/>
          </a:ln>
        </p:spPr>
      </p:sp>
      <p:sp>
        <p:nvSpPr>
          <p:cNvPr id="35" name="Freeform 35"/>
          <p:cNvSpPr/>
          <p:nvPr/>
        </p:nvSpPr>
        <p:spPr>
          <a:xfrm rot="0" flipH="0" flipV="0">
            <a:off x="12495837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1261" r="-4203" b="-97441"/>
            </a:stretch>
          </a:blipFill>
          <a:ln w="123825" cap="sq">
            <a:solidFill>
              <a:srgbClr val="000000"/>
            </a:solidFill>
            <a:prstDash val="solid"/>
            <a:miter/>
          </a:ln>
        </p:spPr>
      </p:sp>
      <p:sp>
        <p:nvSpPr>
          <p:cNvPr id="36" name="Freeform 36"/>
          <p:cNvSpPr/>
          <p:nvPr/>
        </p:nvSpPr>
        <p:spPr>
          <a:xfrm rot="0" flipH="0" flipV="0">
            <a:off x="12495837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1261" r="-4203" b="-97441"/>
            </a:stretch>
          </a:blipFill>
          <a:ln w="123825" cap="sq">
            <a:solidFill>
              <a:srgbClr val="000000"/>
            </a:solidFill>
            <a:prstDash val="solid"/>
            <a:miter/>
          </a:ln>
        </p:spPr>
      </p:sp>
      <p:sp>
        <p:nvSpPr>
          <p:cNvPr id="37" name="TextBox 37"/>
          <p:cNvSpPr txBox="1"/>
          <p:nvPr/>
        </p:nvSpPr>
        <p:spPr>
          <a:xfrm rot="0">
            <a:off x="816361" y="3361250"/>
            <a:ext cx="4935112" cy="55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Search &amp; Information Tools</a:t>
            </a:r>
          </a:p>
        </p:txBody>
      </p:sp>
      <p:sp>
        <p:nvSpPr>
          <p:cNvPr id="38" name="TextBox 38"/>
          <p:cNvSpPr txBox="1"/>
          <p:nvPr/>
        </p:nvSpPr>
        <p:spPr>
          <a:xfrm rot="0">
            <a:off x="6833624" y="3113554"/>
            <a:ext cx="4935112" cy="105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Communic</a:t>
            </a: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ation &amp; Collaboration Tools</a:t>
            </a:r>
          </a:p>
        </p:txBody>
      </p:sp>
      <p:sp>
        <p:nvSpPr>
          <p:cNvPr id="39" name="TextBox 39"/>
          <p:cNvSpPr txBox="1"/>
          <p:nvPr/>
        </p:nvSpPr>
        <p:spPr>
          <a:xfrm rot="0">
            <a:off x="12580500" y="3190235"/>
            <a:ext cx="4935112" cy="105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Learning &amp; Skill-Building Tools</a:t>
            </a:r>
          </a:p>
        </p:txBody>
      </p:sp>
      <p:sp>
        <p:nvSpPr>
          <p:cNvPr id="40" name="TextBox 40"/>
          <p:cNvSpPr txBox="1"/>
          <p:nvPr/>
        </p:nvSpPr>
        <p:spPr>
          <a:xfrm rot="0">
            <a:off x="1814226" y="7055763"/>
            <a:ext cx="2171957" cy="74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sz="3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Wikipedia</a:t>
            </a:r>
          </a:p>
        </p:txBody>
      </p:sp>
      <p:sp>
        <p:nvSpPr>
          <p:cNvPr id="41" name="TextBox 41"/>
          <p:cNvSpPr txBox="1"/>
          <p:nvPr/>
        </p:nvSpPr>
        <p:spPr>
          <a:xfrm rot="0">
            <a:off x="8161108" y="5211059"/>
            <a:ext cx="1421424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Gmail</a:t>
            </a:r>
          </a:p>
        </p:txBody>
      </p:sp>
      <p:sp>
        <p:nvSpPr>
          <p:cNvPr id="42" name="TextBox 42"/>
          <p:cNvSpPr txBox="1"/>
          <p:nvPr/>
        </p:nvSpPr>
        <p:spPr>
          <a:xfrm rot="0">
            <a:off x="7040348" y="7177867"/>
            <a:ext cx="3912381" cy="536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</a:pPr>
            <a:r>
              <a:rPr lang="en-US" sz="289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Instagram/Whatsaap</a:t>
            </a:r>
          </a:p>
        </p:txBody>
      </p:sp>
      <p:sp>
        <p:nvSpPr>
          <p:cNvPr id="43" name="TextBox 43"/>
          <p:cNvSpPr txBox="1"/>
          <p:nvPr/>
        </p:nvSpPr>
        <p:spPr>
          <a:xfrm rot="0">
            <a:off x="13676879" y="5211059"/>
            <a:ext cx="233586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YouTube</a:t>
            </a:r>
          </a:p>
        </p:txBody>
      </p:sp>
      <p:sp>
        <p:nvSpPr>
          <p:cNvPr id="44" name="TextBox 44"/>
          <p:cNvSpPr txBox="1"/>
          <p:nvPr/>
        </p:nvSpPr>
        <p:spPr>
          <a:xfrm rot="0">
            <a:off x="13266284" y="7055763"/>
            <a:ext cx="315705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HackerRank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0" flipV="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 rot="0" flipH="0" flipV="0"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 rot="0" flipH="0" flipV="0"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-10800000" flipH="0" flipV="0">
            <a:off x="-1697238" y="7144587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H="0" flipV="0">
            <a:off x="16590762" y="1429370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0" flipV="0">
            <a:off x="1028700" y="1028700"/>
            <a:ext cx="2493214" cy="2493214"/>
          </a:xfrm>
          <a:custGeom>
            <a:avLst/>
            <a:gdLst/>
            <a:ahLst/>
            <a:cxnLst/>
            <a:rect l="l" t="t" r="r" b="b"/>
            <a:pathLst>
              <a:path w="2493214" h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2" name="Freeform 12"/>
          <p:cNvSpPr/>
          <p:nvPr/>
        </p:nvSpPr>
        <p:spPr>
          <a:xfrm rot="0" flipH="0" flipV="0">
            <a:off x="14534354" y="6390107"/>
            <a:ext cx="2724946" cy="2724946"/>
          </a:xfrm>
          <a:custGeom>
            <a:avLst/>
            <a:gdLst/>
            <a:ahLst/>
            <a:cxnLst/>
            <a:rect l="l" t="t" r="r" b="b"/>
            <a:pathLst>
              <a:path w="2724946" h="2724946">
                <a:moveTo>
                  <a:pt x="0" y="0"/>
                </a:moveTo>
                <a:lnTo>
                  <a:pt x="2724946" y="0"/>
                </a:lnTo>
                <a:lnTo>
                  <a:pt x="2724946" y="2724946"/>
                </a:lnTo>
                <a:lnTo>
                  <a:pt x="0" y="27249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3" name="TextBox 13"/>
          <p:cNvSpPr txBox="1"/>
          <p:nvPr/>
        </p:nvSpPr>
        <p:spPr>
          <a:xfrm rot="0">
            <a:off x="4383245" y="2468247"/>
            <a:ext cx="9521511" cy="225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SAFE INTERNET PRACTICES</a:t>
            </a:r>
          </a:p>
        </p:txBody>
      </p:sp>
      <p:sp>
        <p:nvSpPr>
          <p:cNvPr id="14" name="TextBox 14"/>
          <p:cNvSpPr txBox="1"/>
          <p:nvPr/>
        </p:nvSpPr>
        <p:spPr>
          <a:xfrm rot="0">
            <a:off x="3960314" y="5105400"/>
            <a:ext cx="10367373" cy="2617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3"/>
              </a:lnSpc>
            </a:pPr>
            <a:r>
              <a:rPr lang="en-US" sz="31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 internet practices are the rules and habits that help users stay secure, private, and protected while using the internet. These practices are especially important for first-time internet users to avoid scams, data theft, and misuse of personal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0" flipV="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 rot="0" flipH="0" flipV="0"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 rot="0" flipH="0" flipV="0"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-10800000" flipH="0" flipV="0">
            <a:off x="-1235136" y="1312149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H="0" flipV="0">
            <a:off x="16590762" y="7631269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0" flipV="0">
            <a:off x="0" y="7734975"/>
            <a:ext cx="2946941" cy="3046650"/>
          </a:xfrm>
          <a:custGeom>
            <a:avLst/>
            <a:gdLst/>
            <a:ahLst/>
            <a:cxnLst/>
            <a:rect l="l" t="t" r="r" b="b"/>
            <a:pathLst>
              <a:path w="2946941" h="3046650">
                <a:moveTo>
                  <a:pt x="0" y="0"/>
                </a:moveTo>
                <a:lnTo>
                  <a:pt x="2946941" y="0"/>
                </a:lnTo>
                <a:lnTo>
                  <a:pt x="2946941" y="3046650"/>
                </a:lnTo>
                <a:lnTo>
                  <a:pt x="0" y="3046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2" name="Freeform 12"/>
          <p:cNvSpPr/>
          <p:nvPr/>
        </p:nvSpPr>
        <p:spPr>
          <a:xfrm rot="0" flipH="0" flipV="0">
            <a:off x="6652621" y="1028700"/>
            <a:ext cx="3342979" cy="2048334"/>
          </a:xfrm>
          <a:custGeom>
            <a:avLst/>
            <a:gdLst/>
            <a:ahLst/>
            <a:cxnLst/>
            <a:rect l="l" t="t" r="r" b="b"/>
            <a:pathLst>
              <a:path w="3342979" h="2048334">
                <a:moveTo>
                  <a:pt x="0" y="0"/>
                </a:moveTo>
                <a:lnTo>
                  <a:pt x="3342978" y="0"/>
                </a:lnTo>
                <a:lnTo>
                  <a:pt x="3342978" y="2048334"/>
                </a:lnTo>
                <a:lnTo>
                  <a:pt x="0" y="20483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13" name="TextBox 13"/>
          <p:cNvSpPr txBox="1"/>
          <p:nvPr/>
        </p:nvSpPr>
        <p:spPr>
          <a:xfrm rot="0">
            <a:off x="7303308" y="2509784"/>
            <a:ext cx="10101506" cy="624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Use Strong Passwords.</a:t>
            </a:r>
          </a:p>
          <a:p>
            <a:pPr algn="ctr">
              <a:lnSpc>
                <a:spcPts val="3843"/>
              </a:lnSpc>
            </a:p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2. Avoid Clicking Unknown Links</a:t>
            </a:r>
          </a:p>
          <a:p>
            <a:pPr algn="ctr">
              <a:lnSpc>
                <a:spcPts val="3843"/>
              </a:lnSpc>
            </a:p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Protect Personal Information</a:t>
            </a:r>
          </a:p>
          <a:p>
            <a:pPr algn="ctr">
              <a:lnSpc>
                <a:spcPts val="3843"/>
              </a:lnSpc>
            </a:p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Use Secure Websites</a:t>
            </a:r>
          </a:p>
          <a:p>
            <a:pPr algn="ctr">
              <a:lnSpc>
                <a:spcPts val="3843"/>
              </a:lnSpc>
            </a:p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 Keep Devices Updated</a:t>
            </a:r>
          </a:p>
          <a:p>
            <a:pPr algn="ctr">
              <a:lnSpc>
                <a:spcPts val="3843"/>
              </a:lnSpc>
            </a:p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Verify Information Before Sharing</a:t>
            </a:r>
          </a:p>
          <a:p>
            <a:pPr algn="ctr">
              <a:lnSpc>
                <a:spcPts val="3843"/>
              </a:lnSpc>
            </a:pPr>
          </a:p>
          <a:p>
            <a:pPr algn="ctr">
              <a:lnSpc>
                <a:spcPts val="3843"/>
              </a:lnSpc>
            </a:pPr>
          </a:p>
        </p:txBody>
      </p:sp>
      <p:sp>
        <p:nvSpPr>
          <p:cNvPr id="14" name="TextBox 14"/>
          <p:cNvSpPr txBox="1"/>
          <p:nvPr/>
        </p:nvSpPr>
        <p:spPr>
          <a:xfrm rot="0">
            <a:off x="2159340" y="3469636"/>
            <a:ext cx="5381839" cy="3300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5"/>
              </a:lnSpc>
            </a:pPr>
            <a:r>
              <a:rPr lang="en-US" sz="775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SAFE INTERNET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0" flipV="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863419" y="5205165"/>
            <a:ext cx="9214116" cy="3928579"/>
            <a:chOff x="0" y="0"/>
            <a:chExt cx="2426763" cy="1034687"/>
          </a:xfrm>
        </p:grpSpPr>
        <p:sp>
          <p:nvSpPr>
            <p:cNvPr id="4" name="Freeform 4"/>
            <p:cNvSpPr/>
            <p:nvPr/>
          </p:nvSpPr>
          <p:spPr>
            <a:xfrm rot="0" flipH="0" flipV="0">
              <a:off x="0" y="0"/>
              <a:ext cx="2426763" cy="1034688"/>
            </a:xfrm>
            <a:custGeom>
              <a:avLst/>
              <a:gdLst/>
              <a:ahLst/>
              <a:cxnLst/>
              <a:rect l="l" t="t" r="r" b="b"/>
              <a:pathLst>
                <a:path w="2426763" h="1034688">
                  <a:moveTo>
                    <a:pt x="0" y="0"/>
                  </a:moveTo>
                  <a:lnTo>
                    <a:pt x="2426763" y="0"/>
                  </a:lnTo>
                  <a:lnTo>
                    <a:pt x="2426763" y="1034688"/>
                  </a:lnTo>
                  <a:lnTo>
                    <a:pt x="0" y="1034688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26763" cy="107278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473217" y="4911117"/>
            <a:ext cx="9352718" cy="3928579"/>
            <a:chOff x="0" y="0"/>
            <a:chExt cx="2463267" cy="1034687"/>
          </a:xfrm>
        </p:grpSpPr>
        <p:sp>
          <p:nvSpPr>
            <p:cNvPr id="7" name="Freeform 7"/>
            <p:cNvSpPr/>
            <p:nvPr/>
          </p:nvSpPr>
          <p:spPr>
            <a:xfrm rot="0" flipH="0" flipV="0">
              <a:off x="0" y="0"/>
              <a:ext cx="2463267" cy="1034688"/>
            </a:xfrm>
            <a:custGeom>
              <a:avLst/>
              <a:gdLst/>
              <a:ahLst/>
              <a:cxnLst/>
              <a:rect l="l" t="t" r="r" b="b"/>
              <a:pathLst>
                <a:path w="2463267" h="1034688">
                  <a:moveTo>
                    <a:pt x="0" y="0"/>
                  </a:moveTo>
                  <a:lnTo>
                    <a:pt x="2463267" y="0"/>
                  </a:lnTo>
                  <a:lnTo>
                    <a:pt x="2463267" y="1034688"/>
                  </a:lnTo>
                  <a:lnTo>
                    <a:pt x="0" y="1034688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267" cy="107278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-10800000" flipH="0" flipV="0">
            <a:off x="-1921258" y="631156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-5400000" flipH="0" flipV="0">
            <a:off x="7174582" y="10026686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0" flipV="0">
            <a:off x="14281367" y="3429902"/>
            <a:ext cx="3550526" cy="3550526"/>
          </a:xfrm>
          <a:custGeom>
            <a:avLst/>
            <a:gdLst/>
            <a:ahLst/>
            <a:cxnLst/>
            <a:rect l="l" t="t" r="r" b="b"/>
            <a:pathLst>
              <a:path w="3550526" h="3550526">
                <a:moveTo>
                  <a:pt x="0" y="0"/>
                </a:moveTo>
                <a:lnTo>
                  <a:pt x="3550526" y="0"/>
                </a:lnTo>
                <a:lnTo>
                  <a:pt x="3550526" y="3550526"/>
                </a:lnTo>
                <a:lnTo>
                  <a:pt x="0" y="3550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2" name="Freeform 12"/>
          <p:cNvSpPr/>
          <p:nvPr/>
        </p:nvSpPr>
        <p:spPr>
          <a:xfrm rot="0" flipH="0" flipV="0">
            <a:off x="12066995" y="5885563"/>
            <a:ext cx="3747486" cy="3372737"/>
          </a:xfrm>
          <a:custGeom>
            <a:avLst/>
            <a:gdLst/>
            <a:ahLst/>
            <a:cxnLst/>
            <a:rect l="l" t="t" r="r" b="b"/>
            <a:pathLst>
              <a:path w="3747486" h="3372737">
                <a:moveTo>
                  <a:pt x="0" y="0"/>
                </a:moveTo>
                <a:lnTo>
                  <a:pt x="3747485" y="0"/>
                </a:lnTo>
                <a:lnTo>
                  <a:pt x="3747485" y="3372737"/>
                </a:lnTo>
                <a:lnTo>
                  <a:pt x="0" y="3372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13" name="Freeform 13"/>
          <p:cNvSpPr/>
          <p:nvPr/>
        </p:nvSpPr>
        <p:spPr>
          <a:xfrm rot="0" flipH="0" flipV="0">
            <a:off x="11210175" y="1297614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id="14" name="TextBox 14"/>
          <p:cNvSpPr txBox="1"/>
          <p:nvPr/>
        </p:nvSpPr>
        <p:spPr>
          <a:xfrm rot="0">
            <a:off x="2127667" y="5621740"/>
            <a:ext cx="8043818" cy="2469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9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professional</a:t>
            </a:r>
            <a:r>
              <a:rPr lang="en-US" sz="29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online presence means how a person represents themselves on the internet in an academic or career-focused manner. It reflects a person’s skills, interests, behavior, and seriousness toward education or work.</a:t>
            </a:r>
          </a:p>
        </p:txBody>
      </p:sp>
      <p:sp>
        <p:nvSpPr>
          <p:cNvPr id="15" name="TextBox 15"/>
          <p:cNvSpPr txBox="1"/>
          <p:nvPr/>
        </p:nvSpPr>
        <p:spPr>
          <a:xfrm rot="0">
            <a:off x="2230823" y="2112976"/>
            <a:ext cx="8846712" cy="2113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723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PROFESSIONAL ONLINE PRESENCE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0" flipV="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 rot="0" flipH="0" flipV="0"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 rot="0" flipH="0" flipV="0"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-10800000" flipH="0" flipV="0">
            <a:off x="-1697238" y="7144587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H="0" flipV="0">
            <a:off x="16590762" y="1429370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0" flipV="0">
            <a:off x="1679203" y="824352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2" name="Freeform 12"/>
          <p:cNvSpPr/>
          <p:nvPr/>
        </p:nvSpPr>
        <p:spPr>
          <a:xfrm rot="0" flipH="0" flipV="0">
            <a:off x="14524345" y="6229880"/>
            <a:ext cx="2802223" cy="2802223"/>
          </a:xfrm>
          <a:custGeom>
            <a:avLst/>
            <a:gdLst/>
            <a:ahLst/>
            <a:cxnLst/>
            <a:rect l="l" t="t" r="r" b="b"/>
            <a:pathLst>
              <a:path w="2802223" h="2802223">
                <a:moveTo>
                  <a:pt x="0" y="0"/>
                </a:moveTo>
                <a:lnTo>
                  <a:pt x="2802223" y="0"/>
                </a:lnTo>
                <a:lnTo>
                  <a:pt x="2802223" y="2802223"/>
                </a:lnTo>
                <a:lnTo>
                  <a:pt x="0" y="2802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3" name="TextBox 13"/>
          <p:cNvSpPr txBox="1"/>
          <p:nvPr/>
        </p:nvSpPr>
        <p:spPr>
          <a:xfrm rot="0">
            <a:off x="2243817" y="1877341"/>
            <a:ext cx="10290567" cy="177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Use Professional Platforms</a:t>
            </a:r>
          </a:p>
          <a:p>
            <a:pPr algn="ctr">
              <a:lnSpc>
                <a:spcPts val="3563"/>
              </a:lnSpc>
            </a:p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profiles on platforms like LinkedIn, GitHub, or Kaggle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your real name and correct academic details</a:t>
            </a:r>
          </a:p>
        </p:txBody>
      </p:sp>
      <p:sp>
        <p:nvSpPr>
          <p:cNvPr id="14" name="TextBox 14"/>
          <p:cNvSpPr txBox="1"/>
          <p:nvPr/>
        </p:nvSpPr>
        <p:spPr>
          <a:xfrm rot="0">
            <a:off x="5525156" y="4242342"/>
            <a:ext cx="10290567" cy="177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Share Educational and Skill-Based Content</a:t>
            </a:r>
          </a:p>
          <a:p>
            <a:pPr algn="ctr">
              <a:lnSpc>
                <a:spcPts val="3563"/>
              </a:lnSpc>
            </a:p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 about projects, learning achievements, or certifications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posting offensive, misleading, or inappropriate content</a:t>
            </a:r>
          </a:p>
        </p:txBody>
      </p:sp>
      <p:sp>
        <p:nvSpPr>
          <p:cNvPr id="15" name="TextBox 15"/>
          <p:cNvSpPr txBox="1"/>
          <p:nvPr/>
        </p:nvSpPr>
        <p:spPr>
          <a:xfrm rot="0">
            <a:off x="2243817" y="6591406"/>
            <a:ext cx="10290567" cy="266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Communicate Respectfully Online</a:t>
            </a:r>
          </a:p>
          <a:p>
            <a:pPr algn="ctr">
              <a:lnSpc>
                <a:spcPts val="3563"/>
              </a:lnSpc>
            </a:p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polite language in messages, comments, and emails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slang or informal tone in professional communication</a:t>
            </a:r>
          </a:p>
          <a:p>
            <a:pPr algn="ctr">
              <a:lnSpc>
                <a:spcPts val="3563"/>
              </a:lnSpc>
            </a:pPr>
          </a:p>
          <a:p>
            <a:pPr algn="ctr">
              <a:lnSpc>
                <a:spcPts val="356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0" flipV="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 rot="0" flipH="0" flipV="0"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 rot="0" flipH="0" flipV="0"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-10800000" flipH="0" flipV="0">
            <a:off x="-1697238" y="7144587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H="0" flipV="0">
            <a:off x="16590762" y="1429370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0" flipV="0">
            <a:off x="1679203" y="824352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2" name="Freeform 12"/>
          <p:cNvSpPr/>
          <p:nvPr/>
        </p:nvSpPr>
        <p:spPr>
          <a:xfrm rot="0" flipH="0" flipV="0">
            <a:off x="14524345" y="6229880"/>
            <a:ext cx="2802223" cy="2802223"/>
          </a:xfrm>
          <a:custGeom>
            <a:avLst/>
            <a:gdLst/>
            <a:ahLst/>
            <a:cxnLst/>
            <a:rect l="l" t="t" r="r" b="b"/>
            <a:pathLst>
              <a:path w="2802223" h="2802223">
                <a:moveTo>
                  <a:pt x="0" y="0"/>
                </a:moveTo>
                <a:lnTo>
                  <a:pt x="2802223" y="0"/>
                </a:lnTo>
                <a:lnTo>
                  <a:pt x="2802223" y="2802223"/>
                </a:lnTo>
                <a:lnTo>
                  <a:pt x="0" y="2802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3" name="TextBox 13"/>
          <p:cNvSpPr txBox="1"/>
          <p:nvPr/>
        </p:nvSpPr>
        <p:spPr>
          <a:xfrm rot="0">
            <a:off x="2353550" y="1706908"/>
            <a:ext cx="11113566" cy="177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 Maintain a Professional Profile</a:t>
            </a:r>
          </a:p>
          <a:p>
            <a:pPr algn="ctr">
              <a:lnSpc>
                <a:spcPts val="3563"/>
              </a:lnSpc>
            </a:p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a simple and decent profile photo (optional)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Write a short, clear bio about your academic interests and goals</a:t>
            </a:r>
          </a:p>
        </p:txBody>
      </p:sp>
      <p:sp>
        <p:nvSpPr>
          <p:cNvPr id="14" name="TextBox 14"/>
          <p:cNvSpPr txBox="1"/>
          <p:nvPr/>
        </p:nvSpPr>
        <p:spPr>
          <a:xfrm rot="0">
            <a:off x="5634889" y="4009562"/>
            <a:ext cx="10290567" cy="2220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5. Be Careful About Digital Footprints</a:t>
            </a:r>
          </a:p>
          <a:p>
            <a:pPr algn="ctr">
              <a:lnSpc>
                <a:spcPts val="3563"/>
              </a:lnSpc>
            </a:p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Everything posted online can be seen later by teachers or employers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 old posts and remove anything unprofessional</a:t>
            </a:r>
          </a:p>
        </p:txBody>
      </p:sp>
      <p:sp>
        <p:nvSpPr>
          <p:cNvPr id="15" name="TextBox 15"/>
          <p:cNvSpPr txBox="1"/>
          <p:nvPr/>
        </p:nvSpPr>
        <p:spPr>
          <a:xfrm rot="0">
            <a:off x="2243817" y="6729833"/>
            <a:ext cx="10290567" cy="177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Follow Ethical Online Behavior</a:t>
            </a:r>
          </a:p>
          <a:p>
            <a:pPr algn="ctr">
              <a:lnSpc>
                <a:spcPts val="3563"/>
              </a:lnSpc>
            </a:p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Give credit to others’ work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plagiarism and fake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0" flipV="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 rot="0" flipH="0" flipV="0"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 rot="0" flipH="0" flipV="0"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-10800000" flipH="0" flipV="0">
            <a:off x="-1235136" y="1312149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H="0" flipV="0">
            <a:off x="16590762" y="7631269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0" flipV="0">
            <a:off x="6215569" y="434844"/>
            <a:ext cx="2877290" cy="2877290"/>
          </a:xfrm>
          <a:custGeom>
            <a:avLst/>
            <a:gdLst/>
            <a:ahLst/>
            <a:cxnLst/>
            <a:rect l="l" t="t" r="r" b="b"/>
            <a:pathLst>
              <a:path w="2877290" h="2877290">
                <a:moveTo>
                  <a:pt x="0" y="0"/>
                </a:moveTo>
                <a:lnTo>
                  <a:pt x="2877291" y="0"/>
                </a:lnTo>
                <a:lnTo>
                  <a:pt x="2877291" y="2877290"/>
                </a:lnTo>
                <a:lnTo>
                  <a:pt x="0" y="28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2" name="Freeform 12"/>
          <p:cNvSpPr/>
          <p:nvPr/>
        </p:nvSpPr>
        <p:spPr>
          <a:xfrm rot="0" flipH="0" flipV="0">
            <a:off x="462102" y="7460334"/>
            <a:ext cx="2631465" cy="2468793"/>
          </a:xfrm>
          <a:custGeom>
            <a:avLst/>
            <a:gdLst/>
            <a:ahLst/>
            <a:cxnLst/>
            <a:rect l="l" t="t" r="r" b="b"/>
            <a:pathLst>
              <a:path w="2631465" h="2468793">
                <a:moveTo>
                  <a:pt x="0" y="0"/>
                </a:moveTo>
                <a:lnTo>
                  <a:pt x="2631465" y="0"/>
                </a:lnTo>
                <a:lnTo>
                  <a:pt x="2631465" y="2468793"/>
                </a:lnTo>
                <a:lnTo>
                  <a:pt x="0" y="24687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13" name="TextBox 13"/>
          <p:cNvSpPr txBox="1"/>
          <p:nvPr/>
        </p:nvSpPr>
        <p:spPr>
          <a:xfrm rot="0">
            <a:off x="8089396" y="4129016"/>
            <a:ext cx="8164531" cy="2226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450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Name-Lavanya Bisht</a:t>
            </a:r>
          </a:p>
          <a:p>
            <a:pPr algn="ctr">
              <a:lnSpc>
                <a:spcPts val="5951"/>
              </a:lnSpc>
            </a:pPr>
            <a:r>
              <a:rPr lang="en-US" sz="450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class-</a:t>
            </a:r>
          </a:p>
          <a:p>
            <a:pPr algn="ctr">
              <a:lnSpc>
                <a:spcPts val="5951"/>
              </a:lnSpc>
            </a:pPr>
            <a:r>
              <a:rPr lang="en-US" sz="450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course-</a:t>
            </a:r>
          </a:p>
        </p:txBody>
      </p:sp>
      <p:sp>
        <p:nvSpPr>
          <p:cNvPr id="14" name="TextBox 14"/>
          <p:cNvSpPr txBox="1"/>
          <p:nvPr/>
        </p:nvSpPr>
        <p:spPr>
          <a:xfrm rot="0">
            <a:off x="88713" y="4341096"/>
            <a:ext cx="8235397" cy="201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37"/>
              </a:lnSpc>
            </a:pPr>
            <a:r>
              <a:rPr lang="en-US" sz="1277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0</Slides>
  <Notes>0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White and Grey Pixelated Retro Interface Presentation</dc:title>
  <dc:identifier>DAHE959ARCM</dc:identifier>
  <cp:lastModifiedBy/>
  <cp:revision>1</cp:revision>
  <dcterms:created xsi:type="dcterms:W3CDTF">2006-08-16T00:00:00Z</dcterms:created>
  <dcterms:modified xsi:type="dcterms:W3CDTF">2011-08-01T06:04:30Z</dcterms:modified>
</cp:coreProperties>
</file>